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621893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Analysis of Machine Learning and Deep Learning Models for Sentiment Analysis</a:t>
            </a:r>
            <a:endParaRPr lang="en-US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Anmol Sharma | Arshaan Singh | Devansh Shandilya | Shreni Kaushal</a:t>
            </a:r>
          </a:p>
          <a:p>
            <a:pPr algn="ctr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2210991285 | 2210990168 | 2210990261 | 2211985047</a:t>
            </a:r>
          </a:p>
          <a:p>
            <a:pPr algn="ctr"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Tuteja, Associate Professor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Sentiment analysis (opinion mining) is a key task in NLP, driven by the rapid growth of user-generated content on social media, e-commerce sites, and online forums.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include customer feedback analysis, brand monitoring, political forecasting, and decision support systems.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Machine Learning (ML) models such as Naive Bayes, SVM, and Logistic Regression rely on handcrafted features (BoW, n-grams, TF-IDF).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 (DL) models such as RNN, LSTM, CNN, and transformer-based BERT enable automatic feature learning and capture contextual information.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DL models offer superior performance but demand high computation; ML models remain efficient and interpretable for resource-constrained settings.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research used lexicon-based and rule-based approaches, which struggled with context, sarcasm, and domain-specific language.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ML models (SVM, Naive Bayes, Logistic Regression, Decision Trees) became widely adopted, relying on BoW, n-grams, and TF-IDF features.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Advancements in computation enabled deep learning models (CNNs, RNNs, LSTMs) to dominate, automatically learning hierarchical representations of text.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studies show ML models like Logistic Regression and Random Forest can sometimes match DL models, depending on the dataset.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Transformer-based models, especially BERT, leverage attention and large-scale pretraining to consistently achieve state-of-the-art accuracy.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and ensemble approaches combining ML and DL can mitigate individual limitations and improve overall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 a comparative analysis of traditional ML models (Naive Bayes, SVM, Logistic Regression) and DL models (CNN, LSTM, transformer-based) for sentiment analysis.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and compare model performance using standard metrics: accuracy, precision, recall, and F1-score.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Analyze computational efficiency in terms of training time, memory usage, and resource requirements.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the most suitable models for different scenarios, including small vs. large datasets, real-time applications, and resource-constrained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Dataset: IMDb movie reviews labeled as positive or negative, split 70% training and 30% testing.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Preprocessing: lowercase conversion, punctuation and special character removal, stopword removal, tokenization, and lemmatization or stemming.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Extraction (ML): Bag of Words (BoW) and TF-IDF to convert text into numerical features.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Extraction (DL): Word embeddings to represent text as dense vectors capturing semantic relationships.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Training: Naive Bayes, SVM, and Logistic Regression for ML; CNN and LSTM for DL.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Evaluation: Confusion matrix and Accuracy, Precision, Recall, and F1-score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Implemented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Naive Bayes — a probabilistic classifier based on Bayes' theorem with feature independence assumptions.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 Regression — a linear model for binary classification using the sigmoid function.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 Vector Machine (SVM) — a margin-maximizing classifier effective in high-dimensional spaces.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 Short-Term Memory (LSTM) — a recurrent neural network capable of learning sequential dependencies.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BERT — a transformer-based model leveraging bidirectional attention for deep contextual understanding.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 = (TP + TN) / (TP + TN + FP + FN) — the proportion of correctly classified samples.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Precision = TP / (TP + FP) — the proportion of predicted positives that are actually positive.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Recall = TP / (TP + FN) — the proportion of actual positives that were correctly identified.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F1-Score = 2 x (Precision x Recall) / (Precision + Recall) — the harmonic mean of precision and recall.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Confusion Matrix: TP (True Positive), TN (True Negative), FP (False Positive), FN (False Negative).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metrics together capture both the correctness and balance of model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graphicFrame>
        <p:nvGraphicFramePr>
          <p:cNvPr id="100" name="Table 1"/>
          <p:cNvGraphicFramePr>
            <a:graphicFrameLocks noGrp="1"/>
          </p:cNvGraphicFramePr>
          <p:nvPr/>
        </p:nvGraphicFramePr>
        <p:xfrm>
          <a:off x="457200" y="1500000"/>
          <a:ext cx="8229600" cy="28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8580" marR="68580" marT="34290" marB="3429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8580" marR="68580" marT="34290" marB="3429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68580" marR="68580" marT="34290" marB="3429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68580" marR="68580" marT="34290" marB="3429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marL="68580" marR="68580" marT="34290" marB="3429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marL="68580" marR="68580" marT="34290" marB="34290"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68580" marR="68580" marT="34290" marB="34290"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68580" marR="68580" marT="34290" marB="34290"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L="68580" marR="68580" marT="34290" marB="34290"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0" name="Summary"/>
          <p:cNvSpPr txBox="1"/>
          <p:nvPr/>
        </p:nvSpPr>
        <p:spPr>
          <a:xfrm>
            <a:off x="457200" y="5400000"/>
            <a:ext cx="82296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333333"/>
                </a:solidFill>
                <a:latin typeface="Times New Roman"/>
              </a:rPr>
              <a:t>LSTM achieves the highest performance across all four metrics, while SVM leads among traditional ML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Machine Learning Models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SVM achieved the highest ML accuracy at 86%, followed by Logistic Regression at 85% and Naive Bayes at 82%.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Naive Bayes is computationally efficient but its feature independence assumption limits performance on complex text.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 Regression demonstrated balanced performance across all evaluation metrics, making it a reliable baseline.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SVM excels in high-dimensional feature spaces and pairs particularly well with TF-IDF features.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 models offer fast training and low memory usage, making them practical for real-time and resource-limited deployments.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Deep Learning Model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LSTM model achieved the highest overall accuracy of 90%, outperforming all machine learning models.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captures sequential dependencies and contextual information that bag-of-words approaches cannot.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and validation accuracy improved gradually over epochs, indicating effective learning without severe overfitting.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training time was significantly higher than ML models and required substantially more computational resources.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model demonstrated stronger generalization on unseen reviews compared to feature-engineered baselines.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Efficiency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graphicFrame>
        <p:nvGraphicFramePr>
          <p:cNvPr id="100" name="Table 1"/>
          <p:cNvGraphicFramePr>
            <a:graphicFrameLocks noGrp="1"/>
          </p:cNvGraphicFramePr>
          <p:nvPr/>
        </p:nvGraphicFramePr>
        <p:xfrm>
          <a:off x="914400" y="1500000"/>
          <a:ext cx="7315200" cy="28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8580" marR="68580" marT="34290" marB="3429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Training Time</a:t>
                      </a:r>
                    </a:p>
                  </a:txBody>
                  <a:tcPr marL="68580" marR="68580" marT="34290" marB="3429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Resource Usage</a:t>
                      </a:r>
                    </a:p>
                  </a:txBody>
                  <a:tcPr marL="68580" marR="68580" marT="34290" marB="3429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marL="68580" marR="68580" marT="34290" marB="34290"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Very Low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68580" marR="68580" marT="34290" marB="34290"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68580" marR="68580" marT="34290" marB="34290"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L="68580" marR="68580" marT="34290" marB="34290" anchor="ctr"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0" name="Summary"/>
          <p:cNvSpPr txBox="1"/>
          <p:nvPr/>
        </p:nvSpPr>
        <p:spPr>
          <a:xfrm>
            <a:off x="457200" y="5400000"/>
            <a:ext cx="82296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333333"/>
                </a:solidFill>
                <a:latin typeface="Times New Roman"/>
              </a:rPr>
              <a:t>ML models suit real-time and constrained environments; LSTM trades efficiency for substantially higher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clear trade-off between accuracy and computational efficiency.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large datasets, deep learning models are more effective.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smaller datasets or limited resources, machine learning models are more practical.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engineering plays a crucial role in ML models, whereas DL models learn features automatically.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 models (LSTM) provide higher accuracy and better contextual understanding.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SVM is the best-performing ML model in this study; LSTM is the best overall model in terms of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 models, particularly LSTM, outperform traditional ML models across accuracy, precision, recall, and F1-score.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Among ML models, SVM ranks first, followed by Logistic Regression and Naive Bayes.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clear trade-off: DL offers higher accuracy, while ML offers faster execution and lower resource consumption.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work: explore transformer-based models such as BERT and GPT for further improvements.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work: develop hybrid and ensemble approaches that combine ML and DL strengths.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work: extend to aspect-based sentiment analysis and multilingual or low-resource language support.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work: apply model optimization (pruning, quantization, knowledge distillation) for real-time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34747</TotalTime>
  <Words>1225</Words>
  <Application>Microsoft Office PowerPoint</Application>
  <PresentationFormat>On-screen Show (4:3)</PresentationFormat>
  <Paragraphs>138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Pratik Raj</cp:lastModifiedBy>
  <cp:revision>2300</cp:revision>
  <dcterms:created xsi:type="dcterms:W3CDTF">2010-04-09T07:36:15Z</dcterms:created>
  <dcterms:modified xsi:type="dcterms:W3CDTF">2026-05-07T12:18:27Z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